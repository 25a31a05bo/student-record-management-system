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5B3708-D201-4962-9F25-E579FB3EC50A}">
          <p14:sldIdLst>
            <p14:sldId id="256"/>
            <p14:sldId id="257"/>
          </p14:sldIdLst>
        </p14:section>
        <p14:section name="Untitled Section" id="{0892AE19-4919-44DC-83F3-5F588F54D9F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094E"/>
    <a:srgbClr val="0902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8" d="100"/>
          <a:sy n="38" d="100"/>
        </p:scale>
        <p:origin x="58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C40510E-7A5A-466A-AD60-D92D8A0A684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ED8A66C-304A-49DE-B9E3-D4F5E3F5FFF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0520" y="1027430"/>
            <a:ext cx="11620500" cy="240157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Bernard MT Condensed" panose="02050806060905020404" pitchFamily="18" charset="0"/>
              </a:rPr>
              <a:t>STUDENT RECORD MANAGEMENT SYSTEM</a:t>
            </a:r>
            <a:endParaRPr lang="en-IN" sz="7200" dirty="0">
              <a:latin typeface="Bernard MT Condensed" panose="020508060609050204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335645" y="5151120"/>
            <a:ext cx="2880995" cy="1619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BY:</a:t>
            </a:r>
          </a:p>
          <a:p>
            <a:r>
              <a:rPr lang="en-US"/>
              <a:t>P. SAMIKSHA RAGAMAI</a:t>
            </a:r>
          </a:p>
          <a:p>
            <a:r>
              <a:rPr lang="en-US"/>
              <a:t>VAISHNAVI</a:t>
            </a:r>
          </a:p>
          <a:p>
            <a:r>
              <a:rPr lang="en-US"/>
              <a:t>SINGARI</a:t>
            </a:r>
          </a:p>
          <a:p>
            <a:r>
              <a:rPr lang="en-US"/>
              <a:t>PRUTHVI KRISHNA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ABSTRACT</a:t>
            </a:r>
          </a:p>
          <a:p>
            <a:r>
              <a:rPr lang="en-US">
                <a:solidFill>
                  <a:schemeClr val="bg1"/>
                </a:solidFill>
              </a:rPr>
              <a:t> INTRODUCTION</a:t>
            </a:r>
          </a:p>
          <a:p>
            <a:r>
              <a:rPr lang="en-US">
                <a:solidFill>
                  <a:schemeClr val="bg1"/>
                </a:solidFill>
              </a:rPr>
              <a:t> APPLICATION</a:t>
            </a:r>
          </a:p>
          <a:p>
            <a:r>
              <a:rPr lang="en-US">
                <a:solidFill>
                  <a:schemeClr val="bg1"/>
                </a:solidFill>
              </a:rPr>
              <a:t> EXISTING METHOD AND DRAWBACKS</a:t>
            </a:r>
          </a:p>
          <a:p>
            <a:r>
              <a:rPr lang="en-US">
                <a:solidFill>
                  <a:schemeClr val="bg1"/>
                </a:solidFill>
              </a:rPr>
              <a:t> PROPOSED METHOD</a:t>
            </a:r>
          </a:p>
          <a:p>
            <a:r>
              <a:rPr lang="en-US">
                <a:solidFill>
                  <a:schemeClr val="bg1"/>
                </a:solidFill>
              </a:rPr>
              <a:t> ADVANTAGES</a:t>
            </a:r>
          </a:p>
          <a:p>
            <a:r>
              <a:rPr lang="en-US">
                <a:solidFill>
                  <a:schemeClr val="bg1"/>
                </a:solidFill>
              </a:rPr>
              <a:t> HOW THE C TOPICS USED</a:t>
            </a:r>
          </a:p>
          <a:p>
            <a:r>
              <a:rPr lang="en-US">
                <a:solidFill>
                  <a:schemeClr val="bg1"/>
                </a:solidFill>
              </a:rPr>
              <a:t> CONCLUSION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</a:t>
            </a:r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905000"/>
            <a:ext cx="10058400" cy="4267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This project is about a simple system that helps store and manage student details using C programming. We can add, view, search, update, and delete records. The data is saved in a file, so it remains even after the program closes.</a:t>
            </a:r>
          </a:p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The project mainly uses loops, functions, structures, and file handling.</a:t>
            </a:r>
            <a:endParaRPr lang="en-IN" sz="36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173" y="2295525"/>
            <a:ext cx="10058400" cy="3352800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In many places, student details are written in notebooks or spreadsheets. It takes time, and mistakes happen easily. </a:t>
            </a:r>
          </a:p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Our system makes this process easier by storing everything in a computer file.</a:t>
            </a:r>
          </a:p>
          <a:p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 It is simple, fast, and helps us to learn basic concepts C programming.</a:t>
            </a:r>
            <a:endParaRPr lang="en-IN" sz="32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rgbClr val="FFFF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endParaRPr lang="en-IN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331736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schools and colleges</a:t>
            </a: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tuition centers</a:t>
            </a: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small institutions</a:t>
            </a: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any place that needs to store student details</a:t>
            </a: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beginners learning C project work </a:t>
            </a:r>
            <a:endParaRPr lang="en-IN" sz="2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accent6">
              <a:lumMod val="60000"/>
              <a:lumOff val="4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Existing method and drawbacks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010" y="2190115"/>
            <a:ext cx="6977380" cy="3592830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pPr marL="0" indent="0" algn="ctr">
              <a:buNone/>
            </a:pPr>
            <a:r>
              <a:rPr lang="en-US" altLang="en-IN" dirty="0">
                <a:solidFill>
                  <a:srgbClr val="09025D"/>
                </a:solidFill>
              </a:rPr>
              <a:t> </a:t>
            </a:r>
            <a:r>
              <a:rPr lang="en-US" altLang="en-IN" sz="3200" dirty="0">
                <a:solidFill>
                  <a:srgbClr val="09025D"/>
                </a:solidFill>
              </a:rPr>
              <a:t>DRAWBACKS</a:t>
            </a: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Records get lost or damaged.</a:t>
            </a: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Difficult to find a particular student details.</a:t>
            </a: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Takes more time.</a:t>
            </a: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Higher chances to make mistakes.</a:t>
            </a: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No backup system.</a:t>
            </a: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not suitable for large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7075" y="2000885"/>
            <a:ext cx="3928745" cy="414591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>
                <a:solidFill>
                  <a:srgbClr val="FF0000"/>
                </a:solidFill>
              </a:rPr>
              <a:t>EXISTING METHODS: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using spreadsheets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writing details manually in books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the data should be updated and searched manually 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3" grpId="1" build="p" animBg="1"/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333625"/>
            <a:ext cx="10058400" cy="3562985"/>
          </a:xfrm>
        </p:spPr>
        <p:txBody>
          <a:bodyPr/>
          <a:lstStyle/>
          <a:p>
            <a:pPr marL="0" indent="0">
              <a:buNone/>
            </a:pPr>
            <a:r>
              <a:rPr lang="en-US" sz="2800">
                <a:solidFill>
                  <a:srgbClr val="002060"/>
                </a:solidFill>
              </a:rPr>
              <a:t>Our system does everything using a simple C program:</a:t>
            </a: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STRUCTURES</a:t>
            </a:r>
            <a:r>
              <a:rPr lang="en-US" sz="2800">
                <a:solidFill>
                  <a:srgbClr val="002060"/>
                </a:solidFill>
              </a:rPr>
              <a:t> to store student information.</a:t>
            </a: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LOOPS</a:t>
            </a:r>
            <a:r>
              <a:rPr lang="en-US" sz="2800">
                <a:solidFill>
                  <a:srgbClr val="002060"/>
                </a:solidFill>
              </a:rPr>
              <a:t> to repeat the menu and tasks.</a:t>
            </a: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FUNCTIONS</a:t>
            </a:r>
            <a:r>
              <a:rPr lang="en-US" sz="2800">
                <a:solidFill>
                  <a:srgbClr val="002060"/>
                </a:solidFill>
              </a:rPr>
              <a:t> to perform each operation separately.</a:t>
            </a: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FILE HANDLING</a:t>
            </a:r>
            <a:r>
              <a:rPr lang="en-US" sz="2800">
                <a:solidFill>
                  <a:srgbClr val="002060"/>
                </a:solidFill>
              </a:rPr>
              <a:t> to save data permanently.</a:t>
            </a:r>
          </a:p>
          <a:p>
            <a:pPr marL="0" indent="0">
              <a:buNone/>
            </a:pPr>
            <a:r>
              <a:rPr lang="en-US" sz="2800">
                <a:solidFill>
                  <a:srgbClr val="002060"/>
                </a:solidFill>
              </a:rPr>
              <a:t>THIS MAKES THE PROCESS FAST, NEAT, AND ERROR-FREE.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doors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6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610" y="2094230"/>
            <a:ext cx="10058400" cy="3881755"/>
          </a:xfrm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sz="3200">
                <a:solidFill>
                  <a:schemeClr val="tx1"/>
                </a:solidFill>
              </a:rPr>
              <a:t>Easy to use</a:t>
            </a:r>
          </a:p>
          <a:p>
            <a:r>
              <a:rPr lang="en-US" sz="3200">
                <a:solidFill>
                  <a:schemeClr val="tx1"/>
                </a:solidFill>
              </a:rPr>
              <a:t> Saves time</a:t>
            </a:r>
          </a:p>
          <a:p>
            <a:r>
              <a:rPr lang="en-US" sz="3200">
                <a:solidFill>
                  <a:schemeClr val="tx1"/>
                </a:solidFill>
              </a:rPr>
              <a:t> Records stay safe in files</a:t>
            </a:r>
          </a:p>
          <a:p>
            <a:r>
              <a:rPr lang="en-US" sz="3200">
                <a:solidFill>
                  <a:schemeClr val="tx1"/>
                </a:solidFill>
              </a:rPr>
              <a:t> Easy to update</a:t>
            </a:r>
          </a:p>
          <a:p>
            <a:r>
              <a:rPr lang="en-US" sz="3200">
                <a:solidFill>
                  <a:schemeClr val="tx1"/>
                </a:solidFill>
              </a:rPr>
              <a:t> Less chance of mistakes</a:t>
            </a:r>
          </a:p>
          <a:p>
            <a:r>
              <a:rPr lang="en-US" sz="3200">
                <a:solidFill>
                  <a:schemeClr val="tx1"/>
                </a:solidFill>
              </a:rPr>
              <a:t> Works on any computer</a:t>
            </a:r>
          </a:p>
          <a:p>
            <a:r>
              <a:rPr lang="en-US" sz="3200">
                <a:solidFill>
                  <a:schemeClr val="tx1"/>
                </a:solidFill>
              </a:rPr>
              <a:t> Helps us to understand the important C topics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/>
      </p:transition>
    </mc:Choice>
    <mc:Fallback xmlns="">
      <p:transition spd="slow">
        <p:blind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/>
              <a:t> how the c topics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094230"/>
            <a:ext cx="10058400" cy="3611880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/>
              <a:t> </a:t>
            </a:r>
            <a:r>
              <a:rPr lang="en-US" sz="2800" b="1">
                <a:solidFill>
                  <a:srgbClr val="FF0000"/>
                </a:solidFill>
              </a:rPr>
              <a:t>STRUCTURES:</a:t>
            </a:r>
            <a:r>
              <a:rPr lang="en-US" sz="2800"/>
              <a:t> Used to store student details like roll number, name and marks together.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800"/>
              <a:t> </a:t>
            </a:r>
            <a:r>
              <a:rPr lang="en-US" sz="2800" b="1">
                <a:solidFill>
                  <a:srgbClr val="FF0000"/>
                </a:solidFill>
              </a:rPr>
              <a:t>LOOPS: </a:t>
            </a:r>
            <a:r>
              <a:rPr lang="en-US" sz="2800">
                <a:solidFill>
                  <a:schemeClr val="tx1"/>
                </a:solidFill>
              </a:rPr>
              <a:t>Used to repeat the menu and to go through student records.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FUNCTIONS: </a:t>
            </a:r>
            <a:r>
              <a:rPr lang="en-US" sz="2800">
                <a:solidFill>
                  <a:schemeClr val="tx1"/>
                </a:solidFill>
              </a:rPr>
              <a:t>Each operation (add, view, search, update, delete) is written as a separate function.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CONDITIONAL STATEMENTS: </a:t>
            </a:r>
            <a:r>
              <a:rPr lang="en-US" sz="2800">
                <a:solidFill>
                  <a:schemeClr val="tx1"/>
                </a:solidFill>
              </a:rPr>
              <a:t>Used to check user choice and find matching records.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FILE HANDLING: </a:t>
            </a:r>
            <a:r>
              <a:rPr lang="en-US" sz="2800">
                <a:solidFill>
                  <a:schemeClr val="tx1"/>
                </a:solidFill>
              </a:rPr>
              <a:t>Used to save student records in a file so data is not lost.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heel spokes="8"/>
      </p:transition>
    </mc:Choice>
    <mc:Fallback xmlns="">
      <p:transition spd="slow">
        <p:wheel spokes="8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121535"/>
            <a:ext cx="10058400" cy="2470150"/>
          </a:xfrm>
        </p:spPr>
        <p:txBody>
          <a:bodyPr>
            <a:noAutofit/>
          </a:bodyPr>
          <a:lstStyle/>
          <a:p>
            <a:r>
              <a:rPr lang="en-US" sz="2800"/>
              <a:t>This project  helps mange student details in an easier and faster way.</a:t>
            </a:r>
          </a:p>
          <a:p>
            <a:r>
              <a:rPr lang="en-US" sz="2800"/>
              <a:t> It removes the problems of manual work.</a:t>
            </a:r>
          </a:p>
          <a:p>
            <a:r>
              <a:rPr lang="en-US" sz="2800"/>
              <a:t>It also helps us understand basic programming concepts clearly.</a:t>
            </a:r>
          </a:p>
          <a:p>
            <a:r>
              <a:rPr lang="en-US" sz="2800"/>
              <a:t> The system is simple, useful and can be improved later.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newsflash/>
      </p:transition>
    </mc:Choice>
    <mc:Fallback xmlns="">
      <p:transition spd="med">
        <p:newsfla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losion 1 3"/>
          <p:cNvSpPr/>
          <p:nvPr/>
        </p:nvSpPr>
        <p:spPr>
          <a:xfrm>
            <a:off x="3012440" y="1185545"/>
            <a:ext cx="6302375" cy="4306570"/>
          </a:xfrm>
          <a:prstGeom prst="irregularSeal1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67885" y="2637790"/>
            <a:ext cx="3045460" cy="1227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6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Handwriting" panose="03010101010101010101" charset="0"/>
                <a:cs typeface="Lucida Handwriting" panose="03010101010101010101" charset="0"/>
              </a:rPr>
              <a:t>THANK</a:t>
            </a:r>
          </a:p>
          <a:p>
            <a:pPr algn="ctr"/>
            <a:r>
              <a:rPr lang="en-US" sz="36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Handwriting" panose="03010101010101010101" charset="0"/>
                <a:cs typeface="Lucida Handwriting" panose="03010101010101010101" charset="0"/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486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Bernard MT Condensed</vt:lpstr>
      <vt:lpstr>Bodoni MT</vt:lpstr>
      <vt:lpstr>Cascadia Code</vt:lpstr>
      <vt:lpstr>Georgia</vt:lpstr>
      <vt:lpstr>Lucida Handwriting</vt:lpstr>
      <vt:lpstr>Rockwell</vt:lpstr>
      <vt:lpstr>Rockwell Condensed</vt:lpstr>
      <vt:lpstr>Wingdings</vt:lpstr>
      <vt:lpstr>Wood Type</vt:lpstr>
      <vt:lpstr>STUDENT RECORD MANAGEMENT SYSTEM</vt:lpstr>
      <vt:lpstr>index</vt:lpstr>
      <vt:lpstr>ABSTRACT</vt:lpstr>
      <vt:lpstr>introduction</vt:lpstr>
      <vt:lpstr>applications</vt:lpstr>
      <vt:lpstr>Existing method and drawbacks</vt:lpstr>
      <vt:lpstr>proposed method</vt:lpstr>
      <vt:lpstr>advantages</vt:lpstr>
      <vt:lpstr> how the c topics used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srinu srinu</dc:creator>
  <cp:lastModifiedBy>balabyreddi@outlook.com</cp:lastModifiedBy>
  <cp:revision>5</cp:revision>
  <dcterms:created xsi:type="dcterms:W3CDTF">2025-12-09T14:12:00Z</dcterms:created>
  <dcterms:modified xsi:type="dcterms:W3CDTF">2025-12-16T18:22:53Z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2DEDED423E5D490989E6892958DD0538_13</vt:lpwstr>
  </property>
  <property fmtid="{D5CDD505-2E9C-101B-9397-08002B2CF9AE}" pid="3" name="KSOProductBuildVer">
    <vt:lpwstr>1033-12.2.0.23155</vt:lpwstr>
  </property>
</Properties>
</file>